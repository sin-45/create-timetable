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0" d="100"/>
          <a:sy n="60" d="100"/>
        </p:scale>
        <p:origin x="96" y="10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1253266-D402-A59F-A37B-BCDF4FDD01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67C09250-ED23-5DFD-DA80-37679C0D1C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AD75DEC-CD23-AD41-5B6D-0319E83035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D0A58-A001-454D-ACC5-2DD51ADDBE66}" type="datetimeFigureOut">
              <a:rPr kumimoji="1" lang="ja-JP" altLang="en-US" smtClean="0"/>
              <a:t>2026/2/26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77E2A36-A24C-1235-0C88-77D468B400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478076C-F902-61E8-A15B-17088D6CE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A866E7-2FC3-4F1F-B3B5-54DD5FB0FAB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788400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0944411-F422-F7DA-CB36-E928E4A561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E00C08D-9178-ED9E-DAFF-A4B11B0085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C26511E-CD1D-CBA1-2A9B-ED2A260AFD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D0A58-A001-454D-ACC5-2DD51ADDBE66}" type="datetimeFigureOut">
              <a:rPr kumimoji="1" lang="ja-JP" altLang="en-US" smtClean="0"/>
              <a:t>2026/2/26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687F3D9-1240-5B13-A6B8-5869561EE9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55EC0D8-5776-F221-36E7-AFE28DDDC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A866E7-2FC3-4F1F-B3B5-54DD5FB0FAB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633887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FCA7340-CAFA-AC25-3637-91B5B63833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505BE99-EB67-062F-95A5-18E91AE3B4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DF1CB6A-81D9-9093-7CDF-CF3AAA593B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D0A58-A001-454D-ACC5-2DD51ADDBE66}" type="datetimeFigureOut">
              <a:rPr kumimoji="1" lang="ja-JP" altLang="en-US" smtClean="0"/>
              <a:t>2026/2/26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831135-A75D-502B-143D-39C2001D0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1E865F8-753F-FC0A-9859-CC80406BFD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A866E7-2FC3-4F1F-B3B5-54DD5FB0FAB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729391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22AD07C-EAE8-9DA5-CB76-6B48D95692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161BBFA-D073-438F-1C18-0CD10FEC0F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C82B500F-669B-1FA6-CA7A-AFDB9FBB4A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29D7D10-CFCC-4DCC-54A1-E57CB076F3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D0A58-A001-454D-ACC5-2DD51ADDBE66}" type="datetimeFigureOut">
              <a:rPr kumimoji="1" lang="ja-JP" altLang="en-US" smtClean="0"/>
              <a:t>2026/2/26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672626D-2893-E979-7874-C43BBF58B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66416BD-6905-2187-F1A6-76D5CE62D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A866E7-2FC3-4F1F-B3B5-54DD5FB0FAB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69335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8CFD363-552C-3945-A837-21D1753544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46EC720-6FCC-03BA-5684-C2FAB66C00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8A1C367A-DCD8-ACAB-0B48-921AB21B46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78D8B5B-208A-FE3A-7A27-64143F8A37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EE2E39EE-1AEB-EEAB-7FA5-7883AABE45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86F99AF6-7D8D-2F7D-DABB-1B3C94F3D1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D0A58-A001-454D-ACC5-2DD51ADDBE66}" type="datetimeFigureOut">
              <a:rPr kumimoji="1" lang="ja-JP" altLang="en-US" smtClean="0"/>
              <a:t>2026/2/26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D42362F6-0731-6745-0C87-E350848CD7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F8904127-62AB-0FC5-E11C-E9E754B6FA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A866E7-2FC3-4F1F-B3B5-54DD5FB0FAB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461366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8BC144F-2214-8660-238A-7F317D028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7180D950-30CD-CDEF-0A8D-3752A8049D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D0A58-A001-454D-ACC5-2DD51ADDBE66}" type="datetimeFigureOut">
              <a:rPr kumimoji="1" lang="ja-JP" altLang="en-US" smtClean="0"/>
              <a:t>2026/2/26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BDA6E35-8831-91F1-4AAE-0557D4795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2907379F-50CE-0E8E-82FD-32C527526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A866E7-2FC3-4F1F-B3B5-54DD5FB0FAB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282932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2590A755-5FC6-F782-73E9-1B5200A8EA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D0A58-A001-454D-ACC5-2DD51ADDBE66}" type="datetimeFigureOut">
              <a:rPr kumimoji="1" lang="ja-JP" altLang="en-US" smtClean="0"/>
              <a:t>2026/2/26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A7D2E3A-59D9-88D1-A04A-8D7631B2C8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D7CD44E-2CCE-60FC-D7D3-EAB3907FF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A866E7-2FC3-4F1F-B3B5-54DD5FB0FAB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610741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E56DDDF-3CA4-253E-947F-6A2CF083DF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B17D053-8CB2-E8AB-37D0-A68D8D16F1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3B6FDF5-9F21-7A56-54A6-0EC2882A90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43167A0-2159-DFEB-EE31-AE5DA4121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D0A58-A001-454D-ACC5-2DD51ADDBE66}" type="datetimeFigureOut">
              <a:rPr kumimoji="1" lang="ja-JP" altLang="en-US" smtClean="0"/>
              <a:t>2026/2/26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09E4FA9-E1E9-942B-0C25-3D39AB1F35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E0C7F96-531F-7F2F-781B-4437B8630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A866E7-2FC3-4F1F-B3B5-54DD5FB0FAB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216782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BC1C9C7-47DB-4867-8E9D-C0F5DD87E2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B152B215-20B0-FF8B-CF08-851A1577B8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386B7D5-C18C-63E0-A920-0DAD7CF718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15B5458-D1EB-78DA-AD3B-8BBEA58F5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D0A58-A001-454D-ACC5-2DD51ADDBE66}" type="datetimeFigureOut">
              <a:rPr kumimoji="1" lang="ja-JP" altLang="en-US" smtClean="0"/>
              <a:t>2026/2/26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43B94ED-1F6D-5506-DB75-B40A5B8781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0237066-FD23-C5C9-FF97-AFEDA35018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A866E7-2FC3-4F1F-B3B5-54DD5FB0FAB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243604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86FB5A4-889B-67A7-B65C-511DF04A9F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9AFF938-9EB5-36AC-45AE-3C6AB64BF3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0AEFD7E-CF21-D11B-A6F2-1017C316A7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D0A58-A001-454D-ACC5-2DD51ADDBE66}" type="datetimeFigureOut">
              <a:rPr kumimoji="1" lang="ja-JP" altLang="en-US" smtClean="0"/>
              <a:t>2026/2/26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2E16F09-521B-B699-300A-50647FD32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C9BDF4F-E368-9291-5B52-BDDAC5FE5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A866E7-2FC3-4F1F-B3B5-54DD5FB0FAB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272397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F99D9CA3-27B8-391A-E7E3-CE1B489921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C572D5B4-3E22-6434-3615-B50D82FCA8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16B8E03-C402-A7CB-31A8-3D3B150530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D0A58-A001-454D-ACC5-2DD51ADDBE66}" type="datetimeFigureOut">
              <a:rPr kumimoji="1" lang="ja-JP" altLang="en-US" smtClean="0"/>
              <a:t>2026/2/26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EE5F000-BD08-A10D-75EB-3D8D307BE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A2D51B7-123F-CB2E-BBCC-2615C6C74F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A866E7-2FC3-4F1F-B3B5-54DD5FB0FAB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501588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ED2C83AE-D3AF-B059-1340-2E60FB7FF4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6390634-0C29-FBAC-9D80-85B129B3E4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1D2F222-6568-B194-16CC-8213D337FE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ABD0A58-A001-454D-ACC5-2DD51ADDBE66}" type="datetimeFigureOut">
              <a:rPr kumimoji="1" lang="ja-JP" altLang="en-US" smtClean="0"/>
              <a:t>2026/2/26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5C0867B-FCA4-CED6-3CD7-CE668A07F9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32AB09C-4C76-BB4D-C625-A063B64AB0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A866E7-2FC3-4F1F-B3B5-54DD5FB0FAB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135099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858E7B2C-5F4F-F29B-B3E0-948B1CDFC500}"/>
              </a:ext>
            </a:extLst>
          </p:cNvPr>
          <p:cNvSpPr/>
          <p:nvPr/>
        </p:nvSpPr>
        <p:spPr>
          <a:xfrm>
            <a:off x="1246909" y="840509"/>
            <a:ext cx="2198255" cy="822037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main</a:t>
            </a:r>
            <a:endParaRPr kumimoji="1" lang="ja-JP" altLang="en-US" dirty="0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974F9524-F945-3587-72AD-4BBD9664805E}"/>
              </a:ext>
            </a:extLst>
          </p:cNvPr>
          <p:cNvSpPr/>
          <p:nvPr/>
        </p:nvSpPr>
        <p:spPr>
          <a:xfrm>
            <a:off x="4133273" y="840508"/>
            <a:ext cx="2198255" cy="822037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random</a:t>
            </a:r>
            <a:r>
              <a:rPr kumimoji="1" lang="ja-JP" altLang="en-US" dirty="0"/>
              <a:t>で時間割表を作成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BF8322E7-E031-CA6B-1E22-DBB1B31D4B5F}"/>
              </a:ext>
            </a:extLst>
          </p:cNvPr>
          <p:cNvSpPr/>
          <p:nvPr/>
        </p:nvSpPr>
        <p:spPr>
          <a:xfrm>
            <a:off x="4133273" y="2147455"/>
            <a:ext cx="2198255" cy="822037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dirty="0"/>
              <a:t>既存のテーブル</a:t>
            </a:r>
            <a:endParaRPr lang="en-US" altLang="ja-JP" dirty="0"/>
          </a:p>
          <a:p>
            <a:pPr algn="ctr"/>
            <a:r>
              <a:rPr lang="ja-JP" altLang="en-US" dirty="0"/>
              <a:t>から時間割表作成</a:t>
            </a:r>
            <a:endParaRPr kumimoji="1" lang="ja-JP" altLang="en-US" dirty="0"/>
          </a:p>
        </p:txBody>
      </p:sp>
      <p:cxnSp>
        <p:nvCxnSpPr>
          <p:cNvPr id="11" name="直線矢印コネクタ 10">
            <a:extLst>
              <a:ext uri="{FF2B5EF4-FFF2-40B4-BE49-F238E27FC236}">
                <a16:creationId xmlns:a16="http://schemas.microsoft.com/office/drawing/2014/main" id="{5B9ABAF4-7E6C-9AFA-CD4E-8301986B6623}"/>
              </a:ext>
            </a:extLst>
          </p:cNvPr>
          <p:cNvCxnSpPr>
            <a:stCxn id="5" idx="3"/>
            <a:endCxn id="8" idx="1"/>
          </p:cNvCxnSpPr>
          <p:nvPr/>
        </p:nvCxnSpPr>
        <p:spPr>
          <a:xfrm flipV="1">
            <a:off x="3445164" y="1251527"/>
            <a:ext cx="688109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直線矢印コネクタ 11">
            <a:extLst>
              <a:ext uri="{FF2B5EF4-FFF2-40B4-BE49-F238E27FC236}">
                <a16:creationId xmlns:a16="http://schemas.microsoft.com/office/drawing/2014/main" id="{E2134D84-702F-92FF-BF5B-8DF689B48135}"/>
              </a:ext>
            </a:extLst>
          </p:cNvPr>
          <p:cNvCxnSpPr>
            <a:cxnSpLocks/>
            <a:stCxn id="5" idx="3"/>
            <a:endCxn id="9" idx="1"/>
          </p:cNvCxnSpPr>
          <p:nvPr/>
        </p:nvCxnSpPr>
        <p:spPr>
          <a:xfrm>
            <a:off x="3445164" y="1251528"/>
            <a:ext cx="688109" cy="130694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A7E31C2C-1C64-261F-AEF4-05FE7031DFFD}"/>
              </a:ext>
            </a:extLst>
          </p:cNvPr>
          <p:cNvSpPr/>
          <p:nvPr/>
        </p:nvSpPr>
        <p:spPr>
          <a:xfrm>
            <a:off x="4133273" y="4738252"/>
            <a:ext cx="2198255" cy="822037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PDF</a:t>
            </a:r>
            <a:r>
              <a:rPr kumimoji="1" lang="ja-JP" altLang="en-US" dirty="0"/>
              <a:t>作成関数</a:t>
            </a: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F85D60C4-BA4E-D2E0-AE30-60F5F1F36BE7}"/>
              </a:ext>
            </a:extLst>
          </p:cNvPr>
          <p:cNvSpPr/>
          <p:nvPr/>
        </p:nvSpPr>
        <p:spPr>
          <a:xfrm>
            <a:off x="4133273" y="3454402"/>
            <a:ext cx="2198255" cy="822037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時間割テーブル</a:t>
            </a:r>
          </a:p>
        </p:txBody>
      </p:sp>
      <p:cxnSp>
        <p:nvCxnSpPr>
          <p:cNvPr id="17" name="直線矢印コネクタ 16">
            <a:extLst>
              <a:ext uri="{FF2B5EF4-FFF2-40B4-BE49-F238E27FC236}">
                <a16:creationId xmlns:a16="http://schemas.microsoft.com/office/drawing/2014/main" id="{5E6DD376-2FC1-7648-4A2B-2AFADB0B90E5}"/>
              </a:ext>
            </a:extLst>
          </p:cNvPr>
          <p:cNvCxnSpPr>
            <a:cxnSpLocks/>
            <a:stCxn id="9" idx="2"/>
            <a:endCxn id="16" idx="0"/>
          </p:cNvCxnSpPr>
          <p:nvPr/>
        </p:nvCxnSpPr>
        <p:spPr>
          <a:xfrm>
            <a:off x="5232401" y="2969492"/>
            <a:ext cx="0" cy="48491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2832692E-7FC6-3BF6-25F2-85E5CE92DA6B}"/>
              </a:ext>
            </a:extLst>
          </p:cNvPr>
          <p:cNvSpPr txBox="1"/>
          <p:nvPr/>
        </p:nvSpPr>
        <p:spPr>
          <a:xfrm>
            <a:off x="5232400" y="3058058"/>
            <a:ext cx="7850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400" dirty="0"/>
              <a:t>参照</a:t>
            </a:r>
          </a:p>
        </p:txBody>
      </p:sp>
      <p:cxnSp>
        <p:nvCxnSpPr>
          <p:cNvPr id="22" name="コネクタ: カギ線 21">
            <a:extLst>
              <a:ext uri="{FF2B5EF4-FFF2-40B4-BE49-F238E27FC236}">
                <a16:creationId xmlns:a16="http://schemas.microsoft.com/office/drawing/2014/main" id="{7A152411-2C86-EBAB-2D13-5E4A4EF830F2}"/>
              </a:ext>
            </a:extLst>
          </p:cNvPr>
          <p:cNvCxnSpPr>
            <a:stCxn id="5" idx="2"/>
            <a:endCxn id="15" idx="1"/>
          </p:cNvCxnSpPr>
          <p:nvPr/>
        </p:nvCxnSpPr>
        <p:spPr>
          <a:xfrm rot="16200000" flipH="1">
            <a:off x="1496293" y="2512290"/>
            <a:ext cx="3486725" cy="1787236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C1ABA694-F8B9-2659-49FB-C8A1293D96AB}"/>
              </a:ext>
            </a:extLst>
          </p:cNvPr>
          <p:cNvSpPr txBox="1"/>
          <p:nvPr/>
        </p:nvSpPr>
        <p:spPr>
          <a:xfrm>
            <a:off x="2521528" y="4301840"/>
            <a:ext cx="137621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400" dirty="0"/>
              <a:t>作成した</a:t>
            </a:r>
            <a:endParaRPr kumimoji="1" lang="en-US" altLang="ja-JP" sz="1400" dirty="0"/>
          </a:p>
          <a:p>
            <a:r>
              <a:rPr kumimoji="1" lang="ja-JP" altLang="en-US" sz="1400" dirty="0"/>
              <a:t>時間割表から</a:t>
            </a:r>
            <a:endParaRPr kumimoji="1" lang="en-US" altLang="ja-JP" sz="1400" dirty="0"/>
          </a:p>
          <a:p>
            <a:r>
              <a:rPr kumimoji="1" lang="en-US" altLang="ja-JP" sz="1400" dirty="0"/>
              <a:t>PDF</a:t>
            </a:r>
            <a:r>
              <a:rPr kumimoji="1" lang="ja-JP" altLang="en-US" sz="1400" dirty="0"/>
              <a:t>を作成</a:t>
            </a:r>
          </a:p>
        </p:txBody>
      </p:sp>
    </p:spTree>
    <p:extLst>
      <p:ext uri="{BB962C8B-B14F-4D97-AF65-F5344CB8AC3E}">
        <p14:creationId xmlns:p14="http://schemas.microsoft.com/office/powerpoint/2010/main" val="17717055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</TotalTime>
  <Words>25</Words>
  <Application>Microsoft Office PowerPoint</Application>
  <PresentationFormat>ワイド画面</PresentationFormat>
  <Paragraphs>10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柚鈴 松田</dc:creator>
  <cp:lastModifiedBy>柚鈴 松田</cp:lastModifiedBy>
  <cp:revision>1</cp:revision>
  <dcterms:created xsi:type="dcterms:W3CDTF">2026-02-26T06:54:02Z</dcterms:created>
  <dcterms:modified xsi:type="dcterms:W3CDTF">2026-02-26T08:35:29Z</dcterms:modified>
</cp:coreProperties>
</file>